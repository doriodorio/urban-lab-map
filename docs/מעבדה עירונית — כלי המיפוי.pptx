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1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703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קצרה: הכלי נבנה עבור מסלול המעבדה העירונית. המטרה בשקף הזה היא רק להגיד מה זה במשפט אחד.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הנקודה: לא חסר לתלמידים מקום לשים חומר. חסר להם מקום שבו החומר נשאר קשור לרחוב.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שווה להדגיש: לא בנינו פיצ׳ר של גובה או ציר אנכי. השכבות הקיימות עושות את זה, וכל קבוצה מחליטה מה הן אומרות.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הארכיון החושי היה המודל של קבוצת שושן עצמה — soundscape, smellscape, החומריות של הרחוב.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נקודה מתודולוגית, לא עיצובית: הסטודנט רואה מה מדוד ומה הערכה.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מה שיונה ביקשה: שהקורא יבין מה הפרויקט לפני שהוא רואה נקודות על מפה.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שמות הכפתורים באנגלית כי ממשק הכלי באנגלית. שווה להראות את זה חי במקום להקריא.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המשפט האחד שחייב לעבור לסטודנטים: אל תשלחו צילומים בוואטסאפ. זה ההבדל בין מפה שמסדרת את עצמה לבין הצבה ידנית של מאה נקודות.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סיום. אם יש זמן — לפתוח את פרויקט שושן החי ולהראות אותו.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300" b="1" kern="0" spc="3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מעבדה עירונית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00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המיפוי של הקורס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749040"/>
            <a:ext cx="10698480" cy="0"/>
          </a:xfrm>
          <a:prstGeom prst="line">
            <a:avLst/>
          </a:prstGeom>
          <a:noFill/>
          <a:ln w="12700">
            <a:solidFill>
              <a:srgbClr val="4A515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מפה שבה כל ממצא של קבוצת מחקר תלוי במקום שבו הוא נאסף — צילום, ריאיון, ריח, ציטוט — ונקרא אחר כך כטענה אחת שלמה.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בצלאל · סמסטר א׳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החומר קיים — המקום שלו הולך לאיבוד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309360" y="192024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667512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היום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7889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בורד מירו או מצגת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צילומים בתיקייה, ריאיונות בקובץ נפרד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המיקום מתואר במילים, אם בכלל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בסוף הסמסטר אף אחד לא יודע איפה זה היה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12064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 txBox="1"/>
          <p:nvPr/>
        </p:nvSpPr>
        <p:spPr>
          <a:xfrm>
            <a:off x="100584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הכלי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8892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פריט יושב על נקודה במפה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צילום, ריאיון, ריח וציטוט באותו מקום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המיקום נשמר מהתצלום עצמו</a:t>
            </a:r>
            <a:endParaRPr lang="en-US" sz="1600" dirty="0"/>
          </a:p>
          <a:p>
            <a:pPr marL="342900" indent="-342900" algn="r" rtl="1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לחזור לרחוב שנה אחרי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שכבות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 err="1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שכבה</a:t>
            </a:r>
            <a:r>
              <a:rPr lang="en-US" sz="3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נקודת מבט על אותו מקום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קבוצה מגדירה את השכבות שלה. בשושן הן היו מפלסים — מהבור, מהרחוב, ומלמעלה. קבוצה אחרת יכולה לבחור תרבות חומרית, מבט חברתי, מבט פילוסופי. אותו מנגנון, משמעות אחרת.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15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LYR·003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300837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מבט מלמעלה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3649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המבט המוסדי, התכנוני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 txBox="1"/>
          <p:nvPr/>
        </p:nvSpPr>
        <p:spPr>
          <a:xfrm>
            <a:off x="914400" y="4206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15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LYR·002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40599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מבט מהרחוב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44165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הזיכרון החומרי של הסמטה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 txBox="1"/>
          <p:nvPr/>
        </p:nvSpPr>
        <p:spPr>
          <a:xfrm>
            <a:off x="914400" y="5257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15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LYR·001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51114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מבט מהבור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546811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מתחת למפלס, ארכיאולוגי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החומר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תיאוריה ושדה — וגם מה שאי אפשר לצלם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309360" y="192024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667512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תיאוריה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6060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קריאה, מקורות, ציטוטים, והחשיבה של הקבוצה עצמה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 txBox="1"/>
          <p:nvPr/>
        </p:nvSpPr>
        <p:spPr>
          <a:xfrm>
            <a:off x="1005840" y="2148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1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שדה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060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200"/>
              </a:lnSpc>
              <a:buNone/>
            </a:pPr>
            <a:r>
              <a:rPr lang="en-US" sz="15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שנמצא בהליכה — צילומים, ריאיונות, הקלטות, חושים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18120" y="38404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0378440" y="4114800"/>
            <a:ext cx="502920" cy="50292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 txBox="1"/>
          <p:nvPr/>
        </p:nvSpPr>
        <p:spPr>
          <a:xfrm>
            <a:off x="7818120" y="4133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קול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09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הקלטה של המקום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06240" y="38404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6766560" y="4114800"/>
            <a:ext cx="502920" cy="50292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4236721" y="4133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ריח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709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נכתב במילים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3840480"/>
            <a:ext cx="342900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3154680" y="4114800"/>
            <a:ext cx="502920" cy="50292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 txBox="1"/>
          <p:nvPr/>
        </p:nvSpPr>
        <p:spPr>
          <a:xfrm>
            <a:off x="457200" y="41330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מגע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7091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מרקם, חומר, טמפרטורה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ריח ומגע אי אפשר לצלם — הם נכתבים. הכלי מחזיק אותם כסוג פריט משלו, לא כהערה בשוליים.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הצורה אומרת כמה בטוחים במיקום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561320" y="2514600"/>
            <a:ext cx="292608" cy="292608"/>
          </a:xfrm>
          <a:prstGeom prst="ellipse">
            <a:avLst/>
          </a:prstGeom>
          <a:solidFill>
            <a:srgbClr val="8E1B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 txBox="1"/>
          <p:nvPr/>
        </p:nvSpPr>
        <p:spPr>
          <a:xfrm>
            <a:off x="5669280" y="22951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עיגול מלא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ה‑GPS של התצלום קבע את הנקודה — כמה מטרים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0561320" y="3749040"/>
            <a:ext cx="292608" cy="292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E1B33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 txBox="1"/>
          <p:nvPr/>
        </p:nvSpPr>
        <p:spPr>
          <a:xfrm>
            <a:off x="5669280" y="3529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עיגול ריק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9319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הגיע מתצלום כזה, ואז מישהו הזיז אותו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0579608" y="5001768"/>
            <a:ext cx="256032" cy="256032"/>
          </a:xfrm>
          <a:prstGeom prst="rect">
            <a:avLst/>
          </a:prstGeom>
          <a:solidFill>
            <a:srgbClr val="8E1B33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 txBox="1"/>
          <p:nvPr/>
        </p:nvSpPr>
        <p:spPr>
          <a:xfrm>
            <a:off x="5669280" y="47640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ריבוע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51663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הוצב ביד, או תצלום בלי GPS כלל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גרירה של פריט מורידה אותו מעיגול מלא לעיגול ריק מעצמה — אי אפשר לטעון לדיוק שכבר לא קיים.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שקורא חיצוני רואה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915400" y="219456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918972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3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הצהרה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הפרויקט, שתי פסקאות, תמונה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19456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 txBox="1"/>
          <p:nvPr/>
        </p:nvSpPr>
        <p:spPr>
          <a:xfrm>
            <a:off x="640080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3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סרט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דקה אחת על הפרויקט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219456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 txBox="1"/>
          <p:nvPr/>
        </p:nvSpPr>
        <p:spPr>
          <a:xfrm>
            <a:off x="361188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3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אוסף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החומר מסודר לפי תיאוריה ושדה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19456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 txBox="1"/>
          <p:nvPr/>
        </p:nvSpPr>
        <p:spPr>
          <a:xfrm>
            <a:off x="822960" y="2468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3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063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סיור מודרך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11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4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עם קריינות בכל עצירה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6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הסדר הוא הטיעון. מי שנוחת על מפה מלאה נקודות צריך לפענח מה הוא רואה; מי שקורא הצהרה קודם — לא.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קבוצה עובדת — שישה צעדים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001000" y="201168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789920" y="2286000"/>
            <a:ext cx="457200" cy="45720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 txBox="1"/>
          <p:nvPr/>
        </p:nvSpPr>
        <p:spPr>
          <a:xfrm>
            <a:off x="10789920" y="23500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27848" y="2304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חדש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75320" y="2788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מהדף הראשי: New project. שם ותיאור.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201168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104888" y="2286000"/>
            <a:ext cx="457200" cy="45720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 txBox="1"/>
          <p:nvPr/>
        </p:nvSpPr>
        <p:spPr>
          <a:xfrm>
            <a:off x="7104888" y="23500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42816" y="2304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להוסיף חברים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90288" y="2788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← Members. הזמנה במייל.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" y="201168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3419856" y="2286000"/>
            <a:ext cx="457200" cy="45720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 txBox="1"/>
          <p:nvPr/>
        </p:nvSpPr>
        <p:spPr>
          <a:xfrm>
            <a:off x="3419856" y="235000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" y="230428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שכבות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" y="27889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בלוח Layers: שם וצבע לכל נקודת מבט.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0" y="397764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0789920" y="4251960"/>
            <a:ext cx="457200" cy="45720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 txBox="1"/>
          <p:nvPr/>
        </p:nvSpPr>
        <p:spPr>
          <a:xfrm>
            <a:off x="10789920" y="4315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99070" y="42702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להעלות צילומים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4754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לשונית Import — המיקום נקרא מהקובץ.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15968" y="397764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7104888" y="4251960"/>
            <a:ext cx="457200" cy="45720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 txBox="1"/>
          <p:nvPr/>
        </p:nvSpPr>
        <p:spPr>
          <a:xfrm>
            <a:off x="7104888" y="4315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114038" y="42702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להוסיף פריט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590288" y="4754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ואז לחיצה על המפה. לבחור סוג.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" y="3977640"/>
            <a:ext cx="3502152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3419856" y="4251960"/>
            <a:ext cx="457200" cy="457200"/>
          </a:xfrm>
          <a:prstGeom prst="ellipse">
            <a:avLst/>
          </a:prstGeom>
          <a:solidFill>
            <a:srgbClr val="23282D"/>
          </a:solidFill>
          <a:ln w="12700">
            <a:solidFill>
              <a:srgbClr val="2328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 txBox="1"/>
          <p:nvPr/>
        </p:nvSpPr>
        <p:spPr>
          <a:xfrm>
            <a:off x="3419856" y="431596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29006" y="42702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לפרסם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" y="4754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1900"/>
              </a:lnSpc>
              <a:buNone/>
            </a:pPr>
            <a:r>
              <a:rPr lang="en-US" sz="13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← Publish. נוצר קישור לקריאה.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2344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200" kern="0" spc="15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תנאי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 אחד שקובע אם זה עובד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6DADD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1005840" y="22860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צילומים עם נתוני מיקום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803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700" dirty="0">
                <a:solidFill>
                  <a:srgbClr val="4A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קורא את המיקום מתוך הקובץ עצמו. צילום שהגיע בוואטסאפ מאבד אותו — וואטסאפ מוחק את הנתון. אותו צילום דרך Drive, AirDrop או מייל שומר עליו.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224528"/>
            <a:ext cx="3502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54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53492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900"/>
              </a:lnSpc>
              <a:buNone/>
            </a:pPr>
            <a:r>
              <a:rPr lang="en-US" sz="140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צילומי שושן שהגיעו בוואטסאפ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15968" y="4224528"/>
            <a:ext cx="3502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5400" b="1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315968" y="53492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900"/>
              </a:lnSpc>
              <a:buNone/>
            </a:pPr>
            <a:r>
              <a:rPr lang="en-US" sz="140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מהם שמרו על המיקום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" y="4224528"/>
            <a:ext cx="3502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5400" b="1" dirty="0">
                <a:solidFill>
                  <a:srgbClr val="2328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" y="5349240"/>
            <a:ext cx="3502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ts val="1900"/>
              </a:lnSpc>
              <a:buNone/>
            </a:pPr>
            <a:r>
              <a:rPr lang="en-US" sz="1400" dirty="0">
                <a:solidFill>
                  <a:srgbClr val="8D94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צילומים שכן נטענו עם GPS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8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300" b="1" kern="0" spc="3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זה עומד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r" rtl="1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 עובד — נבנה, נבדק, ומשמש כבר את פרויקט שושן</a:t>
            </a:r>
            <a:endParaRPr lang="en-US" sz="1800" dirty="0"/>
          </a:p>
          <a:p>
            <a:pPr marL="342900" indent="-342900" algn="r" rtl="1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שושן פורסם וניתן לפתוח אותו בקישור</a:t>
            </a:r>
            <a:endParaRPr lang="en-US" sz="1800" dirty="0"/>
          </a:p>
          <a:p>
            <a:pPr marL="342900" indent="-342900" algn="r" rtl="1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שנשאר: חומר אמיתי של קבוצות, עם צילומים ממוקמים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09160"/>
            <a:ext cx="10698480" cy="0"/>
          </a:xfrm>
          <a:prstGeom prst="line">
            <a:avLst/>
          </a:prstGeom>
          <a:noFill/>
          <a:ln w="12700">
            <a:solidFill>
              <a:srgbClr val="4A515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 txBox="1"/>
          <p:nvPr/>
        </p:nvSpPr>
        <p:spPr>
          <a:xfrm>
            <a:off x="731520" y="4937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kern="0" spc="200" dirty="0">
                <a:solidFill>
                  <a:srgbClr val="8E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השלב הבא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dirty="0">
                <a:solidFill>
                  <a:srgbClr val="F8F9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לרוץ סמסטר אחד עם קבוצה אחת מההתחלה, ולראות מה נשבר כשנכנס חומר אמיתי.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717</Words>
  <Application>Microsoft Office PowerPoint</Application>
  <PresentationFormat>מסך רחב</PresentationFormat>
  <Paragraphs>128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מעבדה עירונית — כלי המיפוי</dc:title>
  <dc:subject>PptxGenJS Presentation</dc:subject>
  <dc:creator>Urban Lab Map</dc:creator>
  <cp:lastModifiedBy>דורון אורין</cp:lastModifiedBy>
  <cp:revision>2</cp:revision>
  <dcterms:created xsi:type="dcterms:W3CDTF">2026-09-07T16:09:50Z</dcterms:created>
  <dcterms:modified xsi:type="dcterms:W3CDTF">2026-09-07T16:37:46Z</dcterms:modified>
</cp:coreProperties>
</file>